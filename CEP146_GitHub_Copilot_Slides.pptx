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FDCCA"/>
                </a:solidFill>
                <a:latin typeface="Aptos Display"/>
              </a:defRPr>
            </a:pPr>
            <a:r>
              <a:t>GitHub Copilot &amp; AI Coding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CEP146 •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79191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Presented by Sam and Ilya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FDCCA"/>
                </a:solidFill>
                <a:latin typeface="Aptos Display"/>
              </a:defRPr>
            </a:pPr>
            <a:r>
              <a:t>What Is GitHub Copilot?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An AI assistant that suggests and explains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79191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Works inside coding tools such as Visual Studio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83863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Developers review and choose whether to accept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FDCCA"/>
                </a:solidFill>
                <a:latin typeface="Aptos Display"/>
              </a:defRPr>
            </a:pPr>
            <a:r>
              <a:t>Benefits of AI Coding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Speed up repetitive coding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79191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Help explain unfamiliar programming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83863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Support debugging and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88536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Example: Suggest a C function from a written comment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FDCCA"/>
                </a:solidFill>
                <a:latin typeface="Aptos Display"/>
              </a:defRPr>
            </a:pPr>
            <a:r>
              <a:t>Limitations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Suggestions can be incorrect or insecure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79191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Generated code must be reviewed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83863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Overreliance can weaken independent problem-solving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88536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Never paste confidential information without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FDCC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AI can help developers work more efficiently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79191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Human judgment, testing, and coding skills remain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83863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F1FB"/>
                </a:solidFill>
                <a:latin typeface="Aptos"/>
              </a:defRPr>
            </a:pPr>
            <a:r>
              <a:t>•  Use Copilot as an assistant—not a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88536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1FB"/>
                </a:solidFill>
                <a:latin typeface="Aptos"/>
              </a:defRPr>
            </a:pPr>
            <a:r>
              <a:t>•  Sources: github.com/features/copilot • docs.github.com/en/copilot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